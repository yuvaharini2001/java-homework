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B3C1C1-2E7C-4CE1-9935-E5529E9CA10E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A4DF65-BA32-4CC6-9AA7-3606BA5A97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0836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A4DF65-BA32-4CC6-9AA7-3606BA5A9765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58684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C6BB2-0CB5-413A-68E1-21B1BA3858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7DECB4-049E-532F-FFB2-3A1B0E039E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EFB4E-D84A-DA49-D22F-2A71475C9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14681-415F-48FD-80E5-9D0B4DE872A3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4C7AAC-9431-62E0-9BC2-C7AA7F4CB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8BCB5-6A39-43B5-9967-129EB73A1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3DDB3-2A84-433F-A26A-410690404B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0601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4A69F-AC5D-B23E-C2DA-78379F3CD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C032B0-4D2F-CCC4-1BDF-58A6E82D01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21309E-2E35-6135-D45B-FD6F5E346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14681-415F-48FD-80E5-9D0B4DE872A3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44FFF-4C1A-860A-8E0C-9DA5746D3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A9BBC0-3A64-E0E5-16E5-7E940AB44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3DDB3-2A84-433F-A26A-410690404B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3779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40A3A-D49E-9F81-C6BF-3FA28EDE6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508A3E-1212-7805-CC22-1DBBC65C67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02AF2B-8786-5699-917F-6B1C675BC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14681-415F-48FD-80E5-9D0B4DE872A3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8DDDFF-4F38-404C-5890-BE3E3FB17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68A8A1-2295-651E-FCB8-01C4EC3A3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3DDB3-2A84-433F-A26A-410690404B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4927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B3511-667D-A13B-FB8D-F18CEC17B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07FA0-D162-EAA8-C827-7465D0E823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3060D1-A793-318E-E111-9E6DEB3D5C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CF15D3-C981-F828-B2D6-4014DE5F8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14681-415F-48FD-80E5-9D0B4DE872A3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F6E665-8385-ACDB-4BAA-DF987F89A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687F2-39B5-310B-208D-4E8C5B973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3DDB3-2A84-433F-A26A-410690404B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9282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94177-0D51-9AB4-97A7-8F28362BE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372DED-35A7-C29A-177C-06448AB505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6DEAAB-8F91-3016-B143-B13E309433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52E732-E6C8-C5B7-EF7F-8EEBBB04E8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67A009-4996-8452-6BF3-AD49821DFD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AFD0EB-4709-37B8-4019-2CE48D3F6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14681-415F-48FD-80E5-9D0B4DE872A3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7C55B1-C3D2-3A20-74BC-A483A61D5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B01E35-9AB0-B38A-49BB-6CCFBAB6A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3DDB3-2A84-433F-A26A-410690404B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846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9C51B-CD18-083D-0195-CA275EE24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706B10-7969-C4A3-5BB0-D566ECCE9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14681-415F-48FD-80E5-9D0B4DE872A3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246CFA-A7BC-39C5-1EEF-832AE0078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566D16-3F88-2E7A-3F76-13316BEDB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3DDB3-2A84-433F-A26A-410690404B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4077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FB22B6-814E-4C8A-DE4C-0078FACBF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14681-415F-48FD-80E5-9D0B4DE872A3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07974C-D380-A185-04E1-E9563BA9F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5D8EBC-4760-A33E-5FE9-DFC5CA3D3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3DDB3-2A84-433F-A26A-410690404B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3096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E44D4-14F7-3A76-53AD-E5EBB8713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B8A4E-D829-9900-552F-2062B5F5FB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40FF81-F770-8F95-97EC-C1B047C4A9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CD8744-C617-100C-052C-B54DB0E70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14681-415F-48FD-80E5-9D0B4DE872A3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11493-7896-8798-7DBB-5C9E9AC90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60F534-6E9C-3B75-4AB1-23D4184A8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3DDB3-2A84-433F-A26A-410690404B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1982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CFC0F-801B-1CAA-F18B-188006A72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3D4469-E56F-6221-A02D-95A918067B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78A34B-7596-DC03-6090-CAAED44083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257AD1-0509-4C0D-116D-04007272F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14681-415F-48FD-80E5-9D0B4DE872A3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DF0929-4173-7DC3-EE96-662A729D9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ABB33F-3ACF-73AA-1059-BA2B6B2DB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3DDB3-2A84-433F-A26A-410690404B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4492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EE580-B208-040D-90F6-FC2915A04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F2B227-7E03-D839-2BB9-E574E2DDAF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75AF13-7F2E-15C2-062B-CB5F429BA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14681-415F-48FD-80E5-9D0B4DE872A3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3A47F8-1995-3669-FDE5-9C22C6F97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10EF6B-CA11-10E7-337A-0B727EBBF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3DDB3-2A84-433F-A26A-410690404B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6042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032E21-3C59-49D2-8BDE-ABD53E8704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BFA34E-C5EB-92D6-0E0D-DC4E88F9C4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71B381-7328-A83D-14FA-869EF5BA0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14681-415F-48FD-80E5-9D0B4DE872A3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FDE1A-EC98-CD7C-0771-33449D658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E2616-7AE6-2F43-C97A-3AEF24ACF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3DDB3-2A84-433F-A26A-410690404B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6941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37AEF8-34D9-DCAD-A3A1-8820EBCC4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20377D-9099-3DA3-F61D-F21D9195EB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58CA47-1773-C2A5-99C0-B350BCF2B6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414681-415F-48FD-80E5-9D0B4DE872A3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AFD020-E47F-1971-6434-067F2297CC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2972BA-588D-3CB2-3A85-C257F45C0F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03DDB3-2A84-433F-A26A-410690404B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4542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DC97C-2873-49DD-DDC3-5D095D6F7B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348" y="188299"/>
            <a:ext cx="9144000" cy="1139056"/>
          </a:xfrm>
        </p:spPr>
        <p:txBody>
          <a:bodyPr>
            <a:normAutofit fontScale="90000"/>
          </a:bodyPr>
          <a:lstStyle/>
          <a:p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Mom-o-</a:t>
            </a:r>
            <a:r>
              <a:rPr lang="en-IN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Nomy</a:t>
            </a:r>
            <a:endParaRPr lang="en-IN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2C3C08-444B-66DE-7923-8D93B3B6E2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6981" y="1773238"/>
            <a:ext cx="11788877" cy="1655762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Hyperlocal Multi-vendor E-Commerce Platform</a:t>
            </a:r>
            <a:endParaRPr lang="en-IN" sz="44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5ECF25-B22B-0270-84AF-6CBDDAD164AC}"/>
              </a:ext>
            </a:extLst>
          </p:cNvPr>
          <p:cNvSpPr txBox="1"/>
          <p:nvPr/>
        </p:nvSpPr>
        <p:spPr>
          <a:xfrm>
            <a:off x="6071419" y="4288164"/>
            <a:ext cx="60960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Done By</a:t>
            </a:r>
          </a:p>
          <a:p>
            <a:r>
              <a:rPr lang="en-IN" sz="4400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Yuva Harini Buvaneswari</a:t>
            </a:r>
          </a:p>
        </p:txBody>
      </p:sp>
    </p:spTree>
    <p:extLst>
      <p:ext uri="{BB962C8B-B14F-4D97-AF65-F5344CB8AC3E}">
        <p14:creationId xmlns:p14="http://schemas.microsoft.com/office/powerpoint/2010/main" val="3798381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EA1D2-58A1-1727-BD35-3918FACA0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Name: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Mom-o-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Nomy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(Empowering Single Mothers through a Hyperlocal Multi-vendor Marketplace)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6A7C56-6A30-BCFD-3C74-A4DDC1893D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provide a dignified sustainable income for single mothers by monetizing their domestic skills.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177880-50FF-DB8A-3DE5-C1DB23CFB4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9004" y="2809567"/>
            <a:ext cx="6115664" cy="3846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445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91B06-81C3-C168-ADF7-645AA338B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Business Model Canvas: Mom-o-</a:t>
            </a:r>
            <a:r>
              <a:rPr lang="en-IN" b="1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Nomy</a:t>
            </a:r>
            <a:br>
              <a:rPr lang="en-IN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endParaRPr lang="en-IN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E4C893-E909-CB84-AF90-DCC2D2D35D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4030" y="1249083"/>
            <a:ext cx="5157787" cy="823912"/>
          </a:xfrm>
        </p:spPr>
        <p:txBody>
          <a:bodyPr>
            <a:normAutofit/>
          </a:bodyPr>
          <a:lstStyle/>
          <a:p>
            <a:pPr algn="ctr"/>
            <a:r>
              <a:rPr lang="en-IN" sz="3600" dirty="0">
                <a:solidFill>
                  <a:schemeClr val="accent5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Segments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718203-C8EC-147A-F80E-A6A0EABD02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6612" y="2377940"/>
            <a:ext cx="5157787" cy="3684588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Health-Conscious Consumers: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Families looking for homemade food and essentials.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Corporate Clients: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For bulk gifting, snacks, and catering services.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Gift Shoppers:                     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People looking for unique, handmade crafts and accessories.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53E679-92B8-20FA-61D3-0653E797F6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54992" y="1249236"/>
            <a:ext cx="5183188" cy="823912"/>
          </a:xfrm>
        </p:spPr>
        <p:txBody>
          <a:bodyPr>
            <a:normAutofit/>
          </a:bodyPr>
          <a:lstStyle/>
          <a:p>
            <a:pPr algn="ctr"/>
            <a:r>
              <a:rPr lang="en-IN" sz="3600" dirty="0">
                <a:solidFill>
                  <a:schemeClr val="accent5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 Propositions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9BE942-E437-276A-70C5-AB08538D22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90969" y="2396914"/>
            <a:ext cx="5183188" cy="3684588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Mothers: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Financial independence, flexible working hours, and work-from-home dignity.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Customers: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100% authentic, homemade, and chemical-free products.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Impact: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Every purchase contributes to the education and welfare of a child.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41096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A5A9C-46CB-263A-D1C1-1F9837A89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47484" y="365125"/>
            <a:ext cx="11501284" cy="991727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chemeClr val="accent5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Key Activities                         Key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F26A52-12C6-190E-707E-54AC76EB24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81501"/>
            <a:ext cx="51816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 Mapping: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Identifying and categorizing the skills of mothers.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Quality Control: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Ensuring hygiene and standard quality of products.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Branding &amp; Marketing: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Creating a professional identity for "Mom-o-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Nomy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".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 Maintenance: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Managing the Full-Stack application.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8D9171-D7EA-39BB-BF59-B4DE1D4649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501166"/>
            <a:ext cx="51816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Full-Stack Web/Mobile Application.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Community: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A network of verified, skilled single mothers.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Brand Identity: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Logo, eco-friendly packaging, and marketing collateral.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0577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08709E-23F5-02C3-BA5D-9A5C59E338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915139"/>
            <a:ext cx="5157787" cy="3684588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Wholesalers: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To provide raw materials at discounted rates.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Logistics Partners: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Local delivery agencies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Dunzo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/Porter/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Shadowfax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NGOs &amp; SHGs: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To identify and onboard skilled single mothers.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Gateways:                 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secure online transactions.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49BC7C-1C46-A328-B595-7F81B0EC97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589780"/>
            <a:ext cx="5183188" cy="823912"/>
          </a:xfrm>
        </p:spPr>
        <p:txBody>
          <a:bodyPr>
            <a:normAutofit/>
          </a:bodyPr>
          <a:lstStyle/>
          <a:p>
            <a:r>
              <a:rPr lang="en-IN" sz="3600" dirty="0">
                <a:solidFill>
                  <a:schemeClr val="accent5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Channels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CF3980-A538-C728-1743-F35EA5A97E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905309"/>
            <a:ext cx="5183188" cy="3684588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Main platform for ordering.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WhatsApp Micro-stores: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For quick local orders.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Pop-up Stalls:                         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Local exhibitions in apartments and corporate hubs.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9564FEE-7D21-0421-A145-A2035B85D8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590550"/>
            <a:ext cx="5157787" cy="823913"/>
          </a:xfrm>
        </p:spPr>
        <p:txBody>
          <a:bodyPr>
            <a:normAutofit/>
          </a:bodyPr>
          <a:lstStyle/>
          <a:p>
            <a:r>
              <a:rPr lang="en-IN" sz="3600" dirty="0">
                <a:solidFill>
                  <a:schemeClr val="accent5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Key Partners</a:t>
            </a:r>
          </a:p>
        </p:txBody>
      </p:sp>
    </p:spTree>
    <p:extLst>
      <p:ext uri="{BB962C8B-B14F-4D97-AF65-F5344CB8AC3E}">
        <p14:creationId xmlns:p14="http://schemas.microsoft.com/office/powerpoint/2010/main" val="236958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BB032C-3B5D-4D15-9B02-ADC3982D62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688105"/>
            <a:ext cx="5157787" cy="823912"/>
          </a:xfrm>
        </p:spPr>
        <p:txBody>
          <a:bodyPr>
            <a:normAutofit/>
          </a:bodyPr>
          <a:lstStyle/>
          <a:p>
            <a:r>
              <a:rPr lang="en-IN" sz="3600" dirty="0">
                <a:solidFill>
                  <a:schemeClr val="accent5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Customer Relationships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4E1DB0-5438-BD03-85EA-48C1691FB6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964301"/>
            <a:ext cx="5157787" cy="3684588"/>
          </a:xfrm>
        </p:spPr>
        <p:txBody>
          <a:bodyPr>
            <a:normAutofit/>
          </a:bodyPr>
          <a:lstStyle/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Emotional Branding: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"Know Your Maker" – Every product carries the story of the mother who made it.</a:t>
            </a: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Trust &amp; Transparency: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Real-time feedback and direct earnings for mothers.</a:t>
            </a: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Community Support: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Dedicated helpdesk for mothers.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484E82-230D-6CA3-09EC-00827FA533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688105"/>
            <a:ext cx="5183188" cy="823912"/>
          </a:xfrm>
        </p:spPr>
        <p:txBody>
          <a:bodyPr>
            <a:normAutofit/>
          </a:bodyPr>
          <a:lstStyle/>
          <a:p>
            <a:r>
              <a:rPr lang="en-IN" sz="3600" dirty="0">
                <a:solidFill>
                  <a:schemeClr val="accent5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Revenue Streams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2EF723-104D-0C90-49FA-57B7FF3DA0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964295"/>
            <a:ext cx="5183188" cy="3684588"/>
          </a:xfrm>
        </p:spPr>
        <p:txBody>
          <a:bodyPr>
            <a:normAutofit/>
          </a:bodyPr>
          <a:lstStyle/>
          <a:p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Commission:          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5-10% service fee per order.</a:t>
            </a: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Bulk/Wholesale Orders: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Profit margin on large-scale corporate orders.</a:t>
            </a: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Subscription Model: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Monthly recurring revenue for essential home-made kits (Masalas/Snacks).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83098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85565-D3FB-E534-93FF-1E5951B85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653" y="365126"/>
            <a:ext cx="11877366" cy="952398"/>
          </a:xfrm>
        </p:spPr>
        <p:txBody>
          <a:bodyPr>
            <a:normAutofit/>
          </a:bodyPr>
          <a:lstStyle/>
          <a:p>
            <a:r>
              <a:rPr lang="en-IN" sz="3600" dirty="0">
                <a:solidFill>
                  <a:schemeClr val="accent5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Cost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EEA0B-9ECC-4B84-144D-CB975C2AAE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02840"/>
            <a:ext cx="5181600" cy="4351338"/>
          </a:xfrm>
        </p:spPr>
        <p:txBody>
          <a:bodyPr>
            <a:normAutofit/>
          </a:bodyPr>
          <a:lstStyle/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 Maintenance:               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Server costs, hosting, and technical updates.</a:t>
            </a: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Packaging &amp; Logistics: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Eco-friendly packaging and delivery costs.</a:t>
            </a: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Marketing &amp; Onboarding: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Costs for branding and training mothers.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772F2F-3CE7-3910-30C7-5DD2B6C183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1" y="0"/>
            <a:ext cx="50955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1924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CAB1C7-044B-F252-0415-AAB9EDE271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8213" y="538619"/>
            <a:ext cx="10418045" cy="5980167"/>
          </a:xfrm>
        </p:spPr>
        <p:txBody>
          <a:bodyPr>
            <a:normAutofit fontScale="92500" lnSpcReduction="20000"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Position: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Hyperlocal Multi-vendor E-commerce platform.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"Tech for Good" Angle: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Using a Full-Stack solution to bridge the gap between talented single mothers and urban demand.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Sustainability: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Focusing on eco-friendly packaging and community-led growth.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Social Mission: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"No single mother should have to choose between her child’s safety and her financial survival.“</a:t>
            </a:r>
          </a:p>
          <a:p>
            <a:pPr marL="0" indent="0"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3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          "I chose this project because I have seen the pain of a single mother firsthand. My mother is a hero, and through Mom-o-</a:t>
            </a:r>
            <a:r>
              <a:rPr lang="en-US" sz="32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Nomy</a:t>
            </a:r>
            <a:r>
              <a:rPr lang="en-US" sz="3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, I want to make sure every single mother feels like one too."</a:t>
            </a:r>
            <a:endParaRPr lang="en-IN" sz="3200" dirty="0">
              <a:solidFill>
                <a:schemeClr val="tx2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21585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F350175-6CC6-21F9-A355-59BF1D3CF3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19561"/>
            <a:ext cx="9144000" cy="1655762"/>
          </a:xfrm>
        </p:spPr>
        <p:txBody>
          <a:bodyPr/>
          <a:lstStyle/>
          <a:p>
            <a:r>
              <a:rPr lang="en-US" sz="3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Mom-o-</a:t>
            </a:r>
            <a:r>
              <a:rPr lang="en-US" sz="32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Nomy</a:t>
            </a:r>
            <a:r>
              <a:rPr lang="en-US" sz="3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Because every mother deserves to be a queen in her child's eyes without worrying about the next meal.</a:t>
            </a:r>
            <a:r>
              <a:rPr lang="en-US" sz="32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FD1FB3-D324-B6AE-0032-577F38A662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9006" y="1061884"/>
            <a:ext cx="6213987" cy="3293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38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532</Words>
  <Application>Microsoft Office PowerPoint</Application>
  <PresentationFormat>Widescreen</PresentationFormat>
  <Paragraphs>52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Times New Roman</vt:lpstr>
      <vt:lpstr>Office Theme</vt:lpstr>
      <vt:lpstr>Mom-o-Nomy</vt:lpstr>
      <vt:lpstr>Project Name: Mom-o-Nomy (Empowering Single Mothers through a Hyperlocal Multi-vendor Marketplace)</vt:lpstr>
      <vt:lpstr>Business Model Canvas: Mom-o-Nomy </vt:lpstr>
      <vt:lpstr> Key Activities                         Key Resources</vt:lpstr>
      <vt:lpstr>PowerPoint Presentation</vt:lpstr>
      <vt:lpstr>PowerPoint Presentation</vt:lpstr>
      <vt:lpstr>          Cost Structure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Yuva Harini</dc:creator>
  <cp:lastModifiedBy>Yuva Harini</cp:lastModifiedBy>
  <cp:revision>9</cp:revision>
  <dcterms:created xsi:type="dcterms:W3CDTF">2026-03-11T08:23:35Z</dcterms:created>
  <dcterms:modified xsi:type="dcterms:W3CDTF">2026-03-11T10:09:31Z</dcterms:modified>
</cp:coreProperties>
</file>